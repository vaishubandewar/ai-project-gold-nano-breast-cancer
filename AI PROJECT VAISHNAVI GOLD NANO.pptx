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Breast Cancer Detection using Gold Nanoparticles &amp;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Hands-on Project using Python + SQL</a:t>
            </a:r>
          </a:p>
          <a:p>
            <a:r>
              <a:t>Vaishnavi Bandewar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 demonstrate how AI can be applied to biomedical concepts.</a:t>
            </a:r>
          </a:p>
          <a:p>
            <a:r>
              <a:t>- Explore the potential of Gold Nanoparticles for Breast Cancer treatment.</a:t>
            </a:r>
          </a:p>
          <a:p>
            <a:r>
              <a:t>- Use SQL for dataset storage and Python for Machine Learning.</a:t>
            </a:r>
          </a:p>
          <a:p>
            <a:r>
              <a:t>- Show hands-on coding with Random Forest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Created dummy dataset with variables: Size, Dose, Cell Death %.</a:t>
            </a:r>
          </a:p>
          <a:p>
            <a:r>
              <a:t>2. Stored dataset in SQL database and performed queries.</a:t>
            </a:r>
          </a:p>
          <a:p>
            <a:r>
              <a:t>3. Imported dataset into Python (Google Colab).</a:t>
            </a:r>
          </a:p>
          <a:p>
            <a:r>
              <a:t>4. Trained Random Forest Classifier using scikit-learn.</a:t>
            </a:r>
          </a:p>
          <a:p>
            <a:r>
              <a:t>5. Evaluated model with Confusion Matrix and Classification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2330"/>
          </a:xfrm>
        </p:spPr>
        <p:txBody>
          <a:bodyPr>
            <a:normAutofit fontScale="90000"/>
          </a:bodyPr>
          <a:lstStyle/>
          <a:p>
            <a:r>
              <a:rPr dirty="0"/>
              <a:t>SQL Implementation (Proof)</a:t>
            </a:r>
          </a:p>
        </p:txBody>
      </p:sp>
      <p:pic>
        <p:nvPicPr>
          <p:cNvPr id="3" name="Picture 2" descr="SQL R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005840"/>
            <a:ext cx="8229600" cy="55775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2058"/>
          </a:xfrm>
        </p:spPr>
        <p:txBody>
          <a:bodyPr>
            <a:normAutofit fontScale="90000"/>
          </a:bodyPr>
          <a:lstStyle/>
          <a:p>
            <a:r>
              <a:rPr dirty="0"/>
              <a:t>Python Implementation (Proof)</a:t>
            </a:r>
          </a:p>
        </p:txBody>
      </p:sp>
      <p:pic>
        <p:nvPicPr>
          <p:cNvPr id="3" name="Picture 2" descr="Code 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1069848"/>
            <a:ext cx="8473058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2608"/>
            <a:ext cx="8229600" cy="1389888"/>
          </a:xfrm>
        </p:spPr>
        <p:txBody>
          <a:bodyPr/>
          <a:lstStyle/>
          <a:p>
            <a:r>
              <a:rPr dirty="0"/>
              <a:t>Results (Proof of Execution)</a:t>
            </a:r>
          </a:p>
        </p:txBody>
      </p:sp>
      <p:pic>
        <p:nvPicPr>
          <p:cNvPr id="3" name="Picture 2" descr="SQL 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743" y="932688"/>
            <a:ext cx="8955999" cy="2907792"/>
          </a:xfrm>
          <a:prstGeom prst="rect">
            <a:avLst/>
          </a:prstGeom>
        </p:spPr>
      </p:pic>
      <p:pic>
        <p:nvPicPr>
          <p:cNvPr id="4" name="Picture 3" descr="Python_Confusion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04488"/>
            <a:ext cx="5788152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4626"/>
          </a:xfrm>
        </p:spPr>
        <p:txBody>
          <a:bodyPr>
            <a:normAutofit fontScale="90000"/>
          </a:bodyPr>
          <a:lstStyle/>
          <a:p>
            <a:r>
              <a:rPr dirty="0"/>
              <a:t>Vision &amp;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61872"/>
            <a:ext cx="8046720" cy="5120639"/>
          </a:xfrm>
        </p:spPr>
        <p:txBody>
          <a:bodyPr>
            <a:normAutofit lnSpcReduction="10000"/>
          </a:bodyPr>
          <a:lstStyle/>
          <a:p>
            <a:r>
              <a:rPr dirty="0"/>
              <a:t>- AI can help in biomedical research by predicting outcomes before lab testing.</a:t>
            </a:r>
          </a:p>
          <a:p>
            <a:r>
              <a:rPr dirty="0"/>
              <a:t>- SQL ensures structured data storage, reducing errors.</a:t>
            </a:r>
          </a:p>
          <a:p>
            <a:r>
              <a:rPr dirty="0"/>
              <a:t>- Python ML models provide fast predictions and insights.</a:t>
            </a:r>
          </a:p>
          <a:p>
            <a:r>
              <a:rPr dirty="0"/>
              <a:t>- Such integration can reduce cost, save time, and support CRA/clinical research roles.</a:t>
            </a:r>
          </a:p>
          <a:p>
            <a:r>
              <a:rPr dirty="0"/>
              <a:t>- My vision: Apply AI practically in Clinical Research at </a:t>
            </a:r>
            <a:r>
              <a:rPr dirty="0" err="1"/>
              <a:t>Trialguna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204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Breast Cancer Detection using Gold Nanoparticles &amp; AI</vt:lpstr>
      <vt:lpstr>Objective</vt:lpstr>
      <vt:lpstr>Methodology Workflow</vt:lpstr>
      <vt:lpstr>SQL Implementation (Proof)</vt:lpstr>
      <vt:lpstr>Python Implementation (Proof)</vt:lpstr>
      <vt:lpstr>Results (Proof of Execution)</vt:lpstr>
      <vt:lpstr>Vision &amp; Application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 BANDEWAR</dc:creator>
  <cp:keywords/>
  <dc:description>generated using python-pptx</dc:description>
  <cp:lastModifiedBy>VAISHNAVI BANDEWAR</cp:lastModifiedBy>
  <cp:revision>2</cp:revision>
  <dcterms:created xsi:type="dcterms:W3CDTF">2013-01-27T09:14:16Z</dcterms:created>
  <dcterms:modified xsi:type="dcterms:W3CDTF">2025-09-06T15:39:14Z</dcterms:modified>
  <cp:category/>
</cp:coreProperties>
</file>